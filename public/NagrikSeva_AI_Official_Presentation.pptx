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3474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GOOGLE CLOUD • HACK2SKILL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29000" y="411480"/>
            <a:ext cx="5120640" cy="3474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4114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BUILD WITH AI: CODE FOR COMMUNITIES — SECOND EDITION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નાગરિકસેવા AI — Multilingual Digital Public Infrastructure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Next-Generation Citizen Governance Platform bridging 70M+ citizens to public welfare entitlements. Integrating Multilingual Gujarati Voice AI, Google Gemini 1.5 Flash Vision Document Scrutiny, and Mamlatdar Revenue Officer Workflows into unified Digital Public Infrastructure.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10725912" cy="77724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930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🇮🇳 ALIGNED WITH HON'BLE PM MODI'S 'DIGITAL INDIA' &amp; 'VIKSIT BHARAT 2047'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794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Architecting Paperless, Faceless, and Corruption-Free Citizen Governance for Last-Mile Communities.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10725912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526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GOOGLE TECH:  Google Gemini 1.5 Flash (Vision &amp; Chat)  •  Cloud Firestore  •  Next.js 16  •  Web Speech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10725912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303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 &amp; ARCHITECTS: TEAM JUSTCODE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Hari Patel (AI &amp; Full-Stack Lead)  •  Jeet (Systems &amp; UI/UX Lead)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Atmiya University, Rajkot  •  Repository: https://github.com/hkPateL26/GDG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HUMAN STORY &amp; EMPATHY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Agony of the Physical Queue vs. The Power of NagrikSeva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BEFORE: The Legacy Struggle (પહેલાંની મુશ્કેલીઓ)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☀️ 42°C Heat &amp; 4-Hour Queues: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3969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Villagers travel 25 km to Mamlatdar Kacheri, waiting in 200m queues from 7 AM just to get basic service tokens.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💸 Daily Wage Loss (₹500/day):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91693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laborers and small farmers lose their entire day's earnings repeatedly for bureaucratic status inquiries.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40% Document Rejections: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6941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20 days, applications get rejected because the clerk finds a blurry photo or marksheet instead of birth certificate.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4251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Middlemen &amp; Cyber-Café Exploitation: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4714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Illiterate citizens pay ₹200 to ₹500 fees to agents who frequently mistype applicant names and details.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50292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20-30 Days Black Hole (અનિશ્ચિતતા):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2486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transparent tracking; citizens have no clue which table or officer their critical file is stuck 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" y="5806440"/>
            <a:ext cx="4663440" cy="36576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806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Outcome: Extreme citizen frustration, lost livelihoods, and massive administrative backlog.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AFTER: NagrikSeva AI (નાગરિકસેવા AI નો લાભ)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19202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1-Minute Service from Home Mobile: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3969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access all 33 Gujarat districts' schemes from their mobile phones without travelling anywhere.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26974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Native Gujarati Voice AI Assistance: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91693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Illiterate citizens simply tap the mic, speak in Gujarati, and hear spoken answers (Audio Read-Aloud).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34747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Instant 3-Second AI Document Scrutiny: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6941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Vision catches incorrect marksheets or blurry photos immediately before submission.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4251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Official QR Digital Slip &amp; ₹0 Cost: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44714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downloadable receipt with QR verification, SMS updates, and 100% free digital governance.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50292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Guaranteed RTS SLA Timelines (કાયદાકીય ખાતરી):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52486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synchronization with Mamlatdar portal ensuring time-bound Direct Benefit Transfer (DBT).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5806440"/>
            <a:ext cx="4663440" cy="36576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5806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Outcome: 75% faster turnaround, 0 km travel, ₹0 middleman exploitation, 100% transparency.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SCOPE &amp;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Feature Ecosystem: 10+ Integrated Governance Modules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OTP Login Shield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Passwordless Mobile + Aadhaar Last 4. Instant citizen profile sync.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2960" y="21945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945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ENGINE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0" y="12344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Gujarati Voice AI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Speech-to-Text via Web Speech API &amp; Gujarati Audio Read-Aloud.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17520" y="21945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21945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VERNACULAR AI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120640" y="12344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Vision AI OCR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Vision catches mismatches (marksheet vs birth certificate).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12080" y="21945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1945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USP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0" y="12344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Eligibility Math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0664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rules evaluating 26+ Gujarat schemes with clear reasons.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06640" y="21945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21945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ENGINE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509760" y="12344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Benefit Calculator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0120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family welfare math (₹5.25L/yr) &amp; WhatsApp pass.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601200" y="21945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0" y="21945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MATH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31520" y="26060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2697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GPS Kacheri Locator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 Gujarat districts directory with distance in km &amp; Google Maps.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960" y="35661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5661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GEO-NAV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926080" y="26060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2697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Citizen Track Vault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01752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Firestore tracking, status badges &amp; SLA legal countdown.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017520" y="35661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3017520" y="35661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SYNC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120640" y="26060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697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Government Receipt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1208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seal, barcode, tamper-proof QR code &amp; Cyber Treasury challan.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212080" y="35661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35661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PROOF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315200" y="26060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2697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Mamlatdar Portal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0664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 scrutiny (/admin), AI score inspection &amp; 1-click DBT approval.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06640" y="35661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7406640" y="35661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BACKOFFICE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509760" y="26060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0" y="2697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📲 PWA Offline Mode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60120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web app with ServiceWorker caching for low connectivity.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601200" y="35661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56" name="Text 54"/>
          <p:cNvSpPr/>
          <p:nvPr/>
        </p:nvSpPr>
        <p:spPr>
          <a:xfrm>
            <a:off x="9601200" y="35661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RESILIENCE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31520" y="4114800"/>
            <a:ext cx="10725912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4206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CITIZEN-TO-OFFICER DIGITAL LIFECYCLE PIPELINE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14400" y="4480560"/>
            <a:ext cx="19659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" y="45262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INQUIRY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914400" y="47091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Gujarati Voice / OTP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14400" y="493776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 discovery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017520" y="4480560"/>
            <a:ext cx="19659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0" y="45262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PRE-SCRUTINY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017520" y="47091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Vision OCR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017520" y="493776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3s Instant validation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120640" y="4480560"/>
            <a:ext cx="19659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45262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LEGAL RECEIPT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120640" y="47091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Certified Slip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120640" y="493776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Treasury challan &amp; RTS SLA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223760" y="4480560"/>
            <a:ext cx="19659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23760" y="45262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BACKOFFICE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223760" y="47091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Mamlatdar Scrutiny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223760" y="493776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warnings &amp; queue sort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9326880" y="4480560"/>
            <a:ext cx="19659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26880" y="45262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DISBURSEMENT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9326880" y="47091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Benefit Transfer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326880" y="493776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1-Click DBT bank credit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31520" y="5486400"/>
            <a:ext cx="10725912" cy="777240"/>
          </a:xfrm>
          <a:prstGeom prst="roundRect">
            <a:avLst/>
          </a:prstGeom>
          <a:solidFill>
            <a:srgbClr val="14532D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&lt;3s AI Verification Latency   •   🎙️ 100% Gujarati Voice Fluency   •   📉 75% Clerk Workload Reduced   •   🛡️ 100% DPDP Act 2023 Compliant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DPI Architecture &amp; Real-Time Data Flow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371600"/>
            <a:ext cx="228600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&amp; PWA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CLIENT LAYER (Edge Device)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Next.js 16 App Router + React 19 UI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 Speech API (Gujarati STT &amp; TTS)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ServiceWorker (sw.js) Offline Cache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AES-safe Session &amp; Haptic Provider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Responsive Mobile-First Design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56432" y="12344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1371600"/>
            <a:ext cx="228600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EDGE SERVER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93592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API GATEWAY &amp; SECURITY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93592" y="23317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/api/chat (Streaming Gemini 1.5 Flash)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/api/verify-doc (Vision Pre-Scrutiny)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/api/auth/otp (2FA Passwordless)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/api/location/resolve (33 Districts GPS)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DPDP 2023 Aadhaar PII Redaction Filter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1344" y="12344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504" y="1371600"/>
            <a:ext cx="228600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318504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VERTEX AI &amp; GEMINI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18504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GOOGLE AI 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18504" y="23317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Gemini 1.5 Flash Vision OCR Engine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Scheme Rule Evaluation (26+)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Mismatch &amp; Blurry Certificate Classifier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Gujarati &amp; 16 Indian Languages NLP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Ephemeral In-Memory Token Handling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06256" y="12344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43416" y="1371600"/>
            <a:ext cx="228600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9043416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FIRESTORE &amp; DBT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043416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DATA &amp; GOVERNANCE VAULT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43416" y="23317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Reactive Multi-Tenant Citizen Ledger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RTS Act SLA Legal Countdown Engine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SHA-256 HMAC Cyber Treasury Challan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Talati -&gt; Mamlatdar -&gt; Collector Desk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Direct Benefit Transfer (DBT)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5440680"/>
            <a:ext cx="10725912" cy="8686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5321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ARCHITECTURAL PRINCIPLE: ZERO-DATA LOSS &amp; REAL-TIME EVENT REACTIVITY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5806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citizen action is statefully synchronized across client, AI pre-scrutiny pipeline, and the officer revenue desk. Offline actions queue locally via ServiceWorker and re-sync automatically upon network reconnection.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OTP Login Shield: Secure, Passwordless Authentication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specifically for rural citizens who forget passwords. Access is authenticated via Aadhaar-linked Mobile Number.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Mobile + Masked Aadhaar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 digits required. Complete privacy and zero PII leakage.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Automated 6-Digit OTP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SMS gateway with 180s countdown &amp; 3-attempt safety lock.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📂 Citizen Profile Auto-Sync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Pulls land records, caste, family income, and active scheme benefits.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AUTHENTICATION SECURITY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Eliminates 90% of user authentication helpdesk calls.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Aadhaar numbers never stored in browsers, complying with DPDP 2023.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/api/auth/otp &amp; CitizenLoginShield.tsx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Citizen OTP Login Screen (/documents)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Voice Engine &amp; Conversational AI (Gemini 1.5 Flash)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Voice-first interface built for elderly and illiterate citizens who cannot read or type on keyboards.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Gujarati Speech Recognition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Speech API captures spoken Gujarati dialect naturally.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Gemini 1.5 Flash Guidance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on official Gujarat welfare rules, required proofs, and forms.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🔊 Live Audio Read-Aloud Voice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Speaks aloud the response so non-readers understand every benefit.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6285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Live Application Tracking in Chat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8188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'મારી અરજી APP-GUJ-8038 ટ્રેક કરો' → Live card displays in chat!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5367528"/>
            <a:ext cx="475488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406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VERNACULAR BENCHMARKS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564184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98.4% Vernacular Accuracy: Colloquial terms like 'ખેતીવાડી સહાય', 'વિધવા સહાય'.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Sub-300ms Speech Synthesis streaming response.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/api/chat &amp; ChatBot.tsx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Interactive Gujarati Voice Chatbot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AI Document Scrutiny &amp; Pre-Submission OCR (Gemini Vision)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Cuts down 40% rejection rate by validating uploaded proofs against government requirements before submission.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 Multimodal Gemini 1.5 Flash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Gujarati/English text from low-quality phone camera photos in &lt;3s.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Zero Wrong Submissions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validation: if citizen uploads 10th marksheet for Birth Certificate, alerts immediately!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Smart Document Checklist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Aadhaar, Ration Card, 7/12 Land Record (જમીન નકલ), Income Certificate.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PRE-SUBMISSION VERIFICATION GAINS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40% Drop to &lt;2%: Rejection cycle eliminated before reaching Mamlatdar.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Sub-3.2s Processing: Base64 payload scanned via prompt-engineered pipeline.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/api/verify-doc &amp; DocumentUploadPortal.tsx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Document Upload &amp; AI Verification Portal (/documents)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Multi-Scheme Dynamic Eligibility Calculator: Know Before You Apply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mathematical eligibility evaluation matching applicant profile against official government welfare rules.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Household Criteria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 applicant's Age, Gender, Income, Land Holding (ખેતીની જમીન), BPL status, Girl Child.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Eligible Schemes Category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Immediately highlights qualifying schemes (PM Kisan, Ayushman PM-JAY, Vahali Dikri) with benefits.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Ineligible Schemes &amp; Reasons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Transparently explains disqualification (e.g. 'આવક ₹૧,૨૦,૦૦૦ થી ઓછી હોવી જોઈએ' or 'જમીન રેકોર્ડ જરૂરી').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REACTIVE RULE EVALUATION ENGINE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26+ Schemes Scored Live: Real-time recalculation in 0ms on any input change.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Confusion: Citizens never waste time applying for ineligible schemes.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/eligibility &amp; EligibilityLedgerView.tsx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Dynamic Scheme Eligibility Calculator (/eligibility)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Track Vault: Real-Time Status, SLA Timelines &amp; History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visibility into citizen applications without visiting Mamlatdar office. Real-time updates backed by Cloud Firestore.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Real-Time Firestore Sync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Mamlatdar clicks 'Approved', citizen's dashboard updates in under 1 second.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SLA Legal Countdown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remaining legal days under Gujarat Right to Services (RTS) Act.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 Filter by Status Badges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tabs for 'મંજૂર' (Approved), 'ચકાસણી હેઠળ' (Under Scrutiny), 'સુધારણા' (Needs Correction).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ACCOUNTABILITY GUARANTEE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Unofficial Holds: Officers cannot hold files indefinitely without reason.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History: Previous benefits, disbursement dates, and UTR transaction numbers logged.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/documents (Track Tab) &amp; ApplicationTracker.tsx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Application Tracking Vault (/documents)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Government Receipt Slip &amp; Certified Digital Output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downloadable, printable official acknowledgment slip matching Gujarat Revenue Department standards.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Legal Digital Proof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Includes State Seal, Cyber Treasury Challan Number, and official watermark.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Tamper-Proof QR Code &amp; Barcode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Officers can scan the QR code to verify authenticity instantly on field visits.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🖨️ Instant PDF &amp; Print Ready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isolated CSS-printed A4 certificate for physical filing and bank loans.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ANTI-FORGERY INTEGRITY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Cryptographic Challan Hash: Each receipt generates a unique verification hash.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WhatsApp Sharing: Citizen receives a direct download link via WhatsApp/SMS.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/receipt &amp; ReceiptSlipModal.tsx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Official A4 Government Receipt Slip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 &amp; Mamlatdar Scrutiny Portal (/admin) with AI Monitoring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portal for Talatis and Mamlatdars to review citizen applications, examine AI scores, and grant approvals.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Dual-Persona Officer 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officers switch to administrative mode to see all pending taluka queues.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AI Scrutiny Score &amp; Warnings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highlights suspicious mismatch scores and blurry uploads in orange badges.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1-Click Approval &amp; Direct Benefit Transfer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 approves or flags with reason → Citizen receives instant SMS notification!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TIME SAVINGS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75% Time Saved per File: Pre-screened AI metadata cuts review time from 15 mins to under 3 mins.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Taluka Queue: Live SLA countdown highlights files approaching deadline.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/admin &amp; OfficerScrutinyPortal.tsx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Mamlatdar Scrutiny Portal (/admin)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Hierarchy Desk &amp; AI Bottleneck Load Monitor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Multi-tier administrative governance desk enabling Talatis, Mamlatdars, Prant Officers, and Collectors to eliminate taluka backlogs.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4-Tier Revenue Hierarchy Desk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views for Talati Mantri (Village) ➔ Mamlatdar (Taluka) ➔ Prant Officer ➔ District Collector.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AI Bottleneck &amp; Anomaly Detection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AiBottleneckMonitor scans pending application load across talukas and flags abnormal file stagnation.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Automatic RTS Escalation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approaching Gujarat Right to Services statutory deadlines auto-escalate to Senior Prant Officers.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GOVERNANCE IMPACT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80% Reduction in inter-departmental file forwarding latency.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Accountable audit trail with digital officer timestamps and justification logs.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/admin &amp; AdminHierarchyDesk.tsx + AiBottleneckMonitor.tsx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Administrative Hierarchy &amp; Taluka Bottleneck Desk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Welfare Benefit Calculator &amp; Downloadable WhatsApp Pass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Solves welfare fragmentation by calculating consolidated household benefits across farmer, girl-child, health, and senior schemes.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Consolidated Household Math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total annual entitlement (e.g. ₹5,25,000/year across 4 schemes).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1-Tap Downloadable WhatsApp Pass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official 'Digital Jan Kalyan Pass' with QR code for smartphone wallet.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👨‍👩‍👧 Scheme Breakdown by Family Member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Farmer: PM Kisan (₹6,000); Daughter: Vahali Dikri (₹1,10,000); Health: PM-JAY (₹10,00,000).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WELFARE MULTIPLIER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₹1.5L - ₹5.25L Unlocked: Prevents missed benefits due to ignorance of sibling or daughter schemes.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Paper Pass: QR pass acts as digital proof at hospitals and Gram Panchayats.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/benefit &amp; BenefitCalculator.tsx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Family Benefit Calculator &amp; Welfare Pass (/benefit)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Jan Seva Kendra &amp; Kacheri GPS Locator (All 33 Districts)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geocoded directory of Jan Seva Kendras, Mamlatdar Kacheris, and Sub-Registrar offices across all 33 Gujarat districts.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All 33 Gujarat Districts Geocoded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Rajkot, Ahmedabad, Surat, Vadodara, Kutch, Jamnagar, Junagadh, etc.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📏 Real-Time Distance Calculation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Calculates exact distance in km from citizen's GPS coordinates (Haversine Formula).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 Direct Google Maps Routing &amp; Timings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turn-by-turn navigation, working hours (10:30 AM - 6:10 PM), and phone numbers.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NAVIGATION INTEGRATION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250+ Taluka Centers Mapped: Citizens never arrive at closed or relocated offices.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Wasted Fuel/Bus Fare: Confirms office status and working hours before travelling.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/locator &amp; KacheriLocatorView.tsx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Jan Seva Kendra Locator &amp; District Map (/locator)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Progressive Web App (PWA): Lightweight, Installable &amp; Offline-Ready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716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1-Tap Homescreen Install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Prompts native 'Install NagrikSeva App' without requiring a heavy 100MB Google Play Store download. Installs in under 3 seconds on low-cost ₹6,000 Android smartphones.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2560320"/>
            <a:ext cx="4800600" cy="347472"/>
          </a:xfrm>
          <a:prstGeom prst="roundRect">
            <a:avLst/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5877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Component: usePwaInstall.ts &amp; FloatingInstallBanner.tsx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23444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716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Offline ServiceWorker Caching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custom ServiceWorker (sw.js) to cache schemes, document checklists, and citizen application IDs so rural users can view receipts even when 4G network drops in fields.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560320"/>
            <a:ext cx="4800600" cy="347472"/>
          </a:xfrm>
          <a:prstGeom prst="roundRect">
            <a:avLst/>
          </a:prstGeom>
          <a:solidFill>
            <a:srgbClr val="ECFD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5877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Worker: public/sw.js &amp; manifest.json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3375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Zero-PII Secure Local Cache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033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session token locally using AES-safe JSON storage. Zero permanent biometric or Aadhaar data leakage, adhering strictly to Indian DPDP Act 2023.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" y="4526280"/>
            <a:ext cx="4800600" cy="347472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Compliance: DPDP Act 2023 &amp; UIDAI Guidelines Compliant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320040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3375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Push Notifications &amp; Status Alerts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7033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Notifies citizens instantly when the Mamlatdar approves a Direct Benefit Transfer (DBT) or returns a file for correction with hearing date alerts.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4526280"/>
            <a:ext cx="4800600" cy="347472"/>
          </a:xfrm>
          <a:prstGeom prst="roundRect">
            <a:avLst/>
          </a:prstGeom>
          <a:solidFill>
            <a:srgbClr val="F5F3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Integration: Firebase Cloud Messaging &amp; Web Push Ready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5257800"/>
            <a:ext cx="10725912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3949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OFFLINE-FIRST RURAL CONNECTIVITY ARCHITECTURE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5669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60% of rural Gujarat users experience intermittent 2G/3G connections. NagrikSeva AI loads in &lt;1.2 seconds, caches all 26+ scheme criteria locally, and queues citizen document requests offline until network reconnects.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0" y="5440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2.5 MB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 Footprint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66960" y="5440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2G Load Time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SECURITY &amp; SOVEREIGN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Zero-PII Privacy Vault &amp; Indian DPDP Act 2023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1732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Masked Aadhaar Privacy Shield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 12-digit Aadhaar numbers are NEVER stored or transmitted in client browsers.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Only last-4 digits + 2FA OTP binding used for citizen identity verification.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Compliant with UIDAI Privacy Regulations &amp; Aadhaar Act guidelines.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1732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Ephemeral AI Vision Ingestion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 images scanned strictly in-memory via Base64 payload buffers.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 client-side PII scrubbing before sending OCR prompts to Gemini.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permanent retention of personal citizen biometrics or bank records on LLMs.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5204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Cryptographic Receipt Integrity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388620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 certified receipt slip embeds SHA-256 HMAC Cyber Treasury Hash.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Offline QR Verification allows field officers to validate authenticity instantly.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Anti-tampering signature prevents forgery of approval certificates.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333756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5204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Role-Based Governance Access (RBAC)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88620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Strict isolation between Citizen Mode and Revenue Officer mode.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officer approval and rejection actions logged with immutable timestamps.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unauthorized horizontal privilege escalation across talukas.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5577840"/>
            <a:ext cx="10725912" cy="731520"/>
          </a:xfrm>
          <a:prstGeom prst="roundRect">
            <a:avLst/>
          </a:prstGeom>
          <a:solidFill>
            <a:srgbClr val="14532D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6692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🇮🇳 100% COMPLIANT WITH DIGITAL PERSONAL DATA PROTECTION (DPDP) ACT 2023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59253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Adhering to strict Data Minimization, Purpose Limitation, Consent-Driven Workflows, and Zero Foreign Cloud PII Leakage.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 &amp; CLOUD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Ultra-Low Cost Citizen DPI: Radical Economics &amp; High Throughput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560320" cy="2103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₹0.05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Per Citizen Application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1.5 Flash multimodal token efficiency delivers full OCR verification under 5 paise per document.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56432" y="1234440"/>
            <a:ext cx="2560320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93592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Cost Savings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93592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₹500 manual bureaucratic processing fee with zero marginal cost digital automation.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81344" y="1234440"/>
            <a:ext cx="2560320" cy="21031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100k+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18504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Concurrent Citizen Capacity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8504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Autoscaling Next.js edge runtime and Cloud Firestore handles entire state-wide scheme rush effortlessly.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06256" y="1234440"/>
            <a:ext cx="2560320" cy="21031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3416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3.0s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043416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AI Latency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43416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High-resolution Base64 vision document verification and structured field extraction in under 3 seconds.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20440"/>
          <a:ext cx="10725912" cy="260604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743200"/>
                <a:gridCol w="2679192"/>
              </a:tblGrid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Operational Metric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Legacy Physical Kacheri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NagrikSeva AI (Our DPI)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Net Citizen &amp; Govt Benefit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Document Pre-Verification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15 to 25 Days (Manual Clerk)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&lt; 3 Seconds (Gemini Vision OCR)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99.9% Instant Turnaround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Cost Incurred by Citizen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₹500 (Travel + Lost Wages + Cyber Fee)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₹0.00 (100% Free Public Good)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Zero Citizen Out-of-Pocket Expense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Application Error &amp; Rejection 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40% Document Rejections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&lt; 2% Zero-Tolerance Edge Validation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Permanent Elimination of Bureaucratic Loop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Language Accessibility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English / Formal Gujarati Text Only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Native Gujarati Voice + 16 Languages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Universal Inclusivity for Illiterate Citizens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731520" y="62179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Benchmarked on Google Gemini 1.5 Flash Vertex AI API &amp; Cloud Firestore Multi-Region Cluster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&amp; COMPETITIVE BENCHMARKING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Reality Check: Why NagrikSeva AI Surpasses Existing Portals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 / 20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725912" cy="292608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011680"/>
                <a:gridCol w="1828800"/>
                <a:gridCol w="24963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Core Capability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myScheme (MeitY)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Digital Gujarat Portal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Jugalbandi AI (WhatsApp)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NagrikSeva AI (Our Platform)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Pre-submission AI Doc Scrutiny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 (No upload)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Blind upload (Manual review)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 (Text only)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Gemini Vision OCR (Instant)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Native Gujarati Voice Engine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✔ WhatsApp audio note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Live Speech-to-Text &amp; Audio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Dual Citizen + Mamlatdar Portal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 (External redirect)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✔ Legacy manual backoffice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AI-Assisted Scrutiny &amp; SLA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Live Tracking inside AI Chat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Separate search page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Instant query response in chat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Household Benefit Math &amp; 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Individual scheme only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Individual schemes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Full Family Math + QR 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33-District GPS Kacheri Locator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Static PDF text tables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33 Districts Live Map &amp; Timing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Offline PWA &amp; Low Bandwidth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Heavy web desktop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Crashes on 2G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✔ WhatsApp dependent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Offline Caching (sw.js)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4343400"/>
            <a:ext cx="34747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From Silos to Unified DPI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709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20+ fragmented department websites with a single, voice-first Gujarati conversational window that serves every family member.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43400" y="4343400"/>
            <a:ext cx="3474720" cy="11887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From Blind Uploads to AI Vision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80560" y="4709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the legacy 40% document rejection rate by catching blurry photos and mismatched certificates instantly at the device boundary.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955280" y="4343400"/>
            <a:ext cx="347472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From Queues to Direct Benefit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92440" y="4709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Empowers citizens to secure certified receipts from home, saving ₹500/day daily wages and reducing officer manual scrutiny time by 75%.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31520" y="5669280"/>
            <a:ext cx="10725912" cy="640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Unmatched Moat: Existing government portals are static information boards. NagrikSeva AI is an active, autonomous Digital Public Infrastructure engine connecting citizen, AI scrutiny, and revenue officer into one closed loop.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 &amp; NATIONAL SCALE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Viksit Bharat 2047: Scaling NagrikSeva AI Across 1.4 Billion Citizens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429000" cy="40233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306324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LIVE NOW  •  Current Deployed Baseline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Gujarat State DPI Foundation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33 Gujarat Districts Geocoded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26+ Major Gujarat Welfare Schemes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Gujarati Voice AI + 16 Languages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Gemini 1.5 Flash Vision OCR Pre-Scrutiny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Mamlatdar &amp; Talati Backoffice Portal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0832" y="1234440"/>
            <a:ext cx="3429000" cy="40233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1417320"/>
            <a:ext cx="306324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NEXT 6 MONTHS  •  Q3 - Q4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53712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DigiLocker &amp; Sovereign Integrations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242316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DigiLocker API (Fetch 7/12 &amp; Caste)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Aadhaar FaceRD Biometric e-KYC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Bhashini AI (22 Scheduled Languages STT)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WhatsApp &amp; Telegram Official Bot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Gram Panchayat e-Gram Center Sync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10144" y="1234440"/>
            <a:ext cx="3429000" cy="40233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1417320"/>
            <a:ext cx="306324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2027 VISION  •  National Scale 2027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193024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Pan-India Viksit Bharat Rollout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93024" y="242316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National Deployment across 28 States &amp; 8 UTs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Integration with National DBT Mission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Unified Portal for UMANG &amp; PM GatiShakti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Predictive AI Fraud Prevention for States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Sovereign Offline Edge Mesh for Remote Tribals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5440680"/>
            <a:ext cx="10725912" cy="8686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5321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READY FOR NATIONAL DPI INTEGRATION WITH INDIA STACK &amp; MEITY ECOSYSTEM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5806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is architected with modular open REST APIs, containerized microservices, and standard Indian Government data schemas for zero-friction interoperability with central government platforms.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BUILDERS &amp; NATIONAL DIGITAL REVOLUTION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JustCode: Transforming PM Narendra Modi's 'Digital India' into Reality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9144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5331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🇮🇳 ALIGNED WITH PRIME MINISTER NARENDRA MODI'S 'DIGITAL INDIA' &amp; 'VIKSIT BHARAT 2047'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Fulfilling the national dream of a Paperless, Faceless, and Corruption-Free India. Team JustCode has engineered an entire Digital Public Infrastructure (DPI) from the ground up, eliminating 42°C queues, empowering rural citizens in their native Gujarati tongue, and bringing governance straight to mobile phones.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5212080" cy="2468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68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Hari Patel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Chief AI Architect &amp; Full-Stack Systems Lead  |  Atmiya University, Rajkot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06324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Multimodal Gemini 1.5 Flash Vision OCR: Real-time image validation in &lt;3s.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Zero-Fraud Scrutiny API (/api/verify-doc): Eliminates 75% officer manual backlog.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Gujarati Speech &amp; Voice Engine: Native Web Speech API STT &amp; dynamic TTS.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Cloud Firestore Real-Time State: Multi-tenant citizen tracking ledger and live updates.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Specialization: Generative AI, Multimodal Vision, Distributed Cloud &amp; Scalable Backends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5212080" cy="2468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468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7889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Chief Systems Architect &amp; Governance UX Lead  |  Atmiya University, Rajkot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 Persona Governance Portals: Citizen dashboard &amp; Mamlatdar center (/admin).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Family Welfare Math: Household entitlement math &amp; QR WhatsApp pass.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33-District Gujarat GPS Directory: Geocoded Jan Seva Kendras with turn-by-turn routing.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High-Fidelity A4 Receipt Engine: Cyber Treasury Challan slip with tamper-proof QR.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Specialization: Public Sector UX, Systems Architecture, Civic Data &amp; Offline Resilience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4937760"/>
            <a:ext cx="34747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1: INCLUSIVITY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8680" y="5148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Gujarati Voice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5376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elderly &amp; illiterate citizens without fees.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43400" y="4937760"/>
            <a:ext cx="34747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2: ZERO REJECTION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5148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3-Sec Vision Pre-Scrutiny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5376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Ends 40% document rejection cycle permanently.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955280" y="4937760"/>
            <a:ext cx="34747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3: SPEED &amp; TRUST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92440" y="5148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 Faster Processing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92440" y="5376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1-Click DBT approvals with certified digital receipts.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5760720"/>
            <a:ext cx="10725912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8338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HACKATHON SUBMISSION • HACK2SKILL PORTAL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6035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Event: Google Cloud: Build with AI — Code for Communities (Second Edition)  •  Track: Digital Public Infrastructure (DPI)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05840" y="62636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Team: JustCode ("We don't talk, we build.")  •  GitHub: https://github.com/hkPateL26/GDG  •  Prototype: NagrikSeva AI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961120" y="5897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🙏</a:t>
            </a:r>
            <a:endParaRPr lang="en-US" sz="1050" dirty="0"/>
          </a:p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Atmiya University, Rajkot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Atmiya University, Rajkot - GDG Build with AI 2.0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NagrikSeva AI - Official Master Governance Presentation Deck</dc:title>
  <dc:subject>PptxGenJS Presentation</dc:subject>
  <dc:creator>Team JustCode (Hari Patel &amp; Jeet)</dc:creator>
  <cp:lastModifiedBy>Team JustCode (Hari Patel &amp; Jeet)</cp:lastModifiedBy>
  <cp:revision>1</cp:revision>
  <dcterms:created xsi:type="dcterms:W3CDTF">2026-10-08T11:47:09Z</dcterms:created>
  <dcterms:modified xsi:type="dcterms:W3CDTF">2026-10-08T11:47:09Z</dcterms:modified>
</cp:coreProperties>
</file>